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919934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9199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c6f919934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c6f9199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19934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1993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c6f919934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c6f91993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286f88952_0_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286f8895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286f88952_0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286f8895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286f88952_0_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286f8895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286f88952_0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286f8895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286f88952_0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286f8895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286f88952_0_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286f8895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286f88952_0_8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286f8895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286f88952_0_6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286f8895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286f88952_0_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286f8895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286f88952_0_10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286f8895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286f88952_0_1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286f8895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286f88952_0_6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286f8895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286f88952_0_9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286f8895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286f88952_0_1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a286f88952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INFINITY MODEL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NOVEMBER 10,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 DEVELOPMENT</a:t>
            </a:r>
            <a:endParaRPr/>
          </a:p>
        </p:txBody>
      </p:sp>
      <p:sp>
        <p:nvSpPr>
          <p:cNvPr id="74" name="Google Shape;74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HTML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CSS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HTML?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HTML- HYPERTEXT MARKUP LANGUAGE.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IT IS A VERY SIMPLE AND EASY LANGUAGE. IT CAN BE EASILY MODIFIED.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IT IS PLATFORM INDEPENDENT AND CASE-INSENSITIVE LANGUAGE.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IT USED TO DESIGN CREATE WEB PAGE USING CSS.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340925" y="2199000"/>
            <a:ext cx="2336100" cy="745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>
            <p:ph idx="4294967295" type="body"/>
          </p:nvPr>
        </p:nvSpPr>
        <p:spPr>
          <a:xfrm>
            <a:off x="340923" y="2336550"/>
            <a:ext cx="1455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DAY 1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87" name="Google Shape;87;p16"/>
          <p:cNvGrpSpPr/>
          <p:nvPr/>
        </p:nvGrpSpPr>
        <p:grpSpPr>
          <a:xfrm>
            <a:off x="912820" y="1610215"/>
            <a:ext cx="198900" cy="593656"/>
            <a:chOff x="777447" y="1610215"/>
            <a:chExt cx="198900" cy="593656"/>
          </a:xfrm>
        </p:grpSpPr>
        <p:cxnSp>
          <p:nvCxnSpPr>
            <p:cNvPr id="88" name="Google Shape;88;p16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9" name="Google Shape;89;p16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6"/>
          <p:cNvSpPr txBox="1"/>
          <p:nvPr>
            <p:ph idx="4294967295" type="body"/>
          </p:nvPr>
        </p:nvSpPr>
        <p:spPr>
          <a:xfrm>
            <a:off x="318375" y="374700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BASIC CODE OF HTML AND SUBMISSION OF EXPERIMENT 1.</a:t>
            </a:r>
            <a:endParaRPr sz="1600"/>
          </a:p>
        </p:txBody>
      </p:sp>
      <p:sp>
        <p:nvSpPr>
          <p:cNvPr id="91" name="Google Shape;91;p16"/>
          <p:cNvSpPr/>
          <p:nvPr/>
        </p:nvSpPr>
        <p:spPr>
          <a:xfrm>
            <a:off x="2277675" y="2199000"/>
            <a:ext cx="26502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 txBox="1"/>
          <p:nvPr>
            <p:ph idx="4294967295" type="body"/>
          </p:nvPr>
        </p:nvSpPr>
        <p:spPr>
          <a:xfrm>
            <a:off x="2809567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DAY 2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93" name="Google Shape;93;p16"/>
          <p:cNvGrpSpPr/>
          <p:nvPr/>
        </p:nvGrpSpPr>
        <p:grpSpPr>
          <a:xfrm>
            <a:off x="3307107" y="2985508"/>
            <a:ext cx="198900" cy="593656"/>
            <a:chOff x="2223534" y="2938958"/>
            <a:chExt cx="198900" cy="593656"/>
          </a:xfrm>
        </p:grpSpPr>
        <p:cxnSp>
          <p:nvCxnSpPr>
            <p:cNvPr id="94" name="Google Shape;94;p16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5" name="Google Shape;95;p16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6"/>
          <p:cNvSpPr txBox="1"/>
          <p:nvPr>
            <p:ph idx="4294967295" type="body"/>
          </p:nvPr>
        </p:nvSpPr>
        <p:spPr>
          <a:xfrm>
            <a:off x="2285150" y="3757725"/>
            <a:ext cx="2242800" cy="14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WE CREATED TABLE AND FORM USING HTML AND SUBMITTED  EXPERIMENT 2&amp;3.</a:t>
            </a:r>
            <a:endParaRPr sz="1600"/>
          </a:p>
        </p:txBody>
      </p:sp>
      <p:sp>
        <p:nvSpPr>
          <p:cNvPr id="97" name="Google Shape;97;p16"/>
          <p:cNvSpPr/>
          <p:nvPr/>
        </p:nvSpPr>
        <p:spPr>
          <a:xfrm>
            <a:off x="4257625" y="2199000"/>
            <a:ext cx="24252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>
            <p:ph idx="4294967295" type="body"/>
          </p:nvPr>
        </p:nvSpPr>
        <p:spPr>
          <a:xfrm>
            <a:off x="4702775" y="2336550"/>
            <a:ext cx="11478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DAY 3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99" name="Google Shape;99;p16"/>
          <p:cNvGrpSpPr/>
          <p:nvPr/>
        </p:nvGrpSpPr>
        <p:grpSpPr>
          <a:xfrm>
            <a:off x="5177232" y="1657215"/>
            <a:ext cx="198900" cy="593656"/>
            <a:chOff x="3918084" y="1610215"/>
            <a:chExt cx="198900" cy="593656"/>
          </a:xfrm>
        </p:grpSpPr>
        <p:cxnSp>
          <p:nvCxnSpPr>
            <p:cNvPr id="100" name="Google Shape;100;p16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1" name="Google Shape;101;p16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16"/>
          <p:cNvSpPr txBox="1"/>
          <p:nvPr>
            <p:ph idx="4294967295" type="body"/>
          </p:nvPr>
        </p:nvSpPr>
        <p:spPr>
          <a:xfrm>
            <a:off x="4257613" y="84150"/>
            <a:ext cx="2242800" cy="14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WE CREATED ENTIRE WEB PAGE USING HTML AND CSS FOR SUBMISSION OF EXPERIMENT 4.</a:t>
            </a:r>
            <a:endParaRPr sz="1600"/>
          </a:p>
        </p:txBody>
      </p:sp>
      <p:sp>
        <p:nvSpPr>
          <p:cNvPr id="103" name="Google Shape;103;p16"/>
          <p:cNvSpPr txBox="1"/>
          <p:nvPr>
            <p:ph idx="4294967295" type="body"/>
          </p:nvPr>
        </p:nvSpPr>
        <p:spPr>
          <a:xfrm>
            <a:off x="7111512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15 mins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263425" y="182200"/>
            <a:ext cx="8196600" cy="75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1</a:t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263425" y="938200"/>
            <a:ext cx="7532700" cy="3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WE LEARNED STRUCTURE OF HTML AND PRACTICED HTML BASIC CODES.</a:t>
            </a:r>
            <a:endParaRPr sz="1800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STRUCTURE OF HTML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9275" y="1561000"/>
            <a:ext cx="3586375" cy="318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8"/>
          <p:cNvPicPr preferRelativeResize="0"/>
          <p:nvPr/>
        </p:nvPicPr>
        <p:blipFill rotWithShape="1">
          <a:blip r:embed="rId3">
            <a:alphaModFix/>
          </a:blip>
          <a:srcRect b="47329" l="0" r="0" t="0"/>
          <a:stretch/>
        </p:blipFill>
        <p:spPr>
          <a:xfrm>
            <a:off x="202625" y="815425"/>
            <a:ext cx="4068900" cy="335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 rotWithShape="1">
          <a:blip r:embed="rId4">
            <a:alphaModFix/>
          </a:blip>
          <a:srcRect b="65569" l="0" r="0" t="0"/>
          <a:stretch/>
        </p:blipFill>
        <p:spPr>
          <a:xfrm>
            <a:off x="4363650" y="815417"/>
            <a:ext cx="4567675" cy="11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/>
        </p:nvSpPr>
        <p:spPr>
          <a:xfrm>
            <a:off x="423925" y="154700"/>
            <a:ext cx="39882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PROGRAM 1: CODE &amp; OUTPUT</a:t>
            </a:r>
            <a:endParaRPr sz="18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4562850" y="2254300"/>
            <a:ext cx="3817500" cy="22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We understood the structure of HTML.</a:t>
            </a:r>
            <a:endParaRPr sz="18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We used &lt;b&gt; tag for </a:t>
            </a:r>
            <a:r>
              <a:rPr b="1" lang="en" sz="18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BOLD</a:t>
            </a:r>
            <a:r>
              <a:rPr lang="en" sz="18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&lt;br&gt; TO BREAK LINE.</a:t>
            </a:r>
            <a:endParaRPr sz="18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/>
        </p:nvSpPr>
        <p:spPr>
          <a:xfrm>
            <a:off x="423925" y="154700"/>
            <a:ext cx="39882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PROGRAM 2: CODE &amp; OUTPUT</a:t>
            </a:r>
            <a:endParaRPr sz="18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850" y="684900"/>
            <a:ext cx="4341324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818625"/>
            <a:ext cx="8247976" cy="117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/>
          <p:nvPr/>
        </p:nvSpPr>
        <p:spPr>
          <a:xfrm>
            <a:off x="4914450" y="757450"/>
            <a:ext cx="3747000" cy="27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We used &lt;p&gt; tag for paragraph and &lt;align&gt; tag to align the text.</a:t>
            </a:r>
            <a:endParaRPr sz="18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We used &lt;align=”justify”&gt; to align text evenly along both right and left margin.</a:t>
            </a:r>
            <a:endParaRPr sz="18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/>
        </p:nvSpPr>
        <p:spPr>
          <a:xfrm>
            <a:off x="423925" y="154700"/>
            <a:ext cx="39882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PROGRAM 3: CODE &amp; OUTPUT</a:t>
            </a:r>
            <a:endParaRPr sz="18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4572000" y="2987625"/>
            <a:ext cx="3817500" cy="17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We used different types of font style tags like &lt;strong&gt;, &lt;small&gt;,&lt;i&gt;, &lt;ins&gt;,&lt;small&gt;, &lt;sup&gt; and &lt;sub&gt;.</a:t>
            </a:r>
            <a:endParaRPr sz="18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3" name="Google Shape;13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75" y="815425"/>
            <a:ext cx="4155575" cy="248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5375" y="815425"/>
            <a:ext cx="2907028" cy="194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/>
        </p:nvSpPr>
        <p:spPr>
          <a:xfrm>
            <a:off x="423925" y="154700"/>
            <a:ext cx="39882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PROGRAM 4: CODE &amp; OUTPUT</a:t>
            </a:r>
            <a:endParaRPr sz="18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797325" y="1099025"/>
            <a:ext cx="3817500" cy="22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We used &lt;ul&gt;, &lt;ol&gt; and &lt;li&gt;</a:t>
            </a:r>
            <a:endParaRPr sz="18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tag for unordered list, ordered list.</a:t>
            </a:r>
            <a:endParaRPr sz="18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850" y="606775"/>
            <a:ext cx="1910775" cy="445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8425" y="706700"/>
            <a:ext cx="1644100" cy="298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/>
        </p:nvSpPr>
        <p:spPr>
          <a:xfrm>
            <a:off x="423925" y="154700"/>
            <a:ext cx="39882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PROGRAM 5: CODE &amp; OUTPUT</a:t>
            </a:r>
            <a:endParaRPr sz="18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4656675" y="1993125"/>
            <a:ext cx="3817500" cy="22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We used &lt;img&gt; to insert image and also </a:t>
            </a:r>
            <a:r>
              <a:rPr lang="en" sz="18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increased</a:t>
            </a:r>
            <a:r>
              <a:rPr lang="en" sz="18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 its height and width .</a:t>
            </a:r>
            <a:endParaRPr sz="18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000" y="606225"/>
            <a:ext cx="4260118" cy="180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943" y="2571750"/>
            <a:ext cx="3291498" cy="236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/>
        </p:nvSpPr>
        <p:spPr>
          <a:xfrm>
            <a:off x="423925" y="154700"/>
            <a:ext cx="39882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PROGRAM 6: CODE &amp; OUTPUT</a:t>
            </a:r>
            <a:endParaRPr sz="18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4686825" y="2897250"/>
            <a:ext cx="3817500" cy="22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We used &lt;img&gt; tag to insert image by 3 ways.</a:t>
            </a:r>
            <a:endParaRPr sz="18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7" name="Google Shape;15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750" y="779725"/>
            <a:ext cx="8287876" cy="18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750" y="2766650"/>
            <a:ext cx="3487925" cy="224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/>
        </p:nvSpPr>
        <p:spPr>
          <a:xfrm>
            <a:off x="423925" y="154700"/>
            <a:ext cx="39882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PROGRAM 7: CODE &amp; OUTPUT</a:t>
            </a:r>
            <a:endParaRPr sz="18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334225" y="3573950"/>
            <a:ext cx="3817500" cy="1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We used &lt;h1&gt; tag to insert heading with different size.</a:t>
            </a:r>
            <a:endParaRPr sz="18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We also used styles tag.</a:t>
            </a:r>
            <a:endParaRPr sz="18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06700"/>
            <a:ext cx="4382025" cy="2714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0900" y="706688"/>
            <a:ext cx="2667000" cy="416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/>
        </p:nvSpPr>
        <p:spPr>
          <a:xfrm>
            <a:off x="423925" y="154700"/>
            <a:ext cx="39882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EXPERIMENT 1: </a:t>
            </a:r>
            <a:r>
              <a:rPr lang="en" sz="18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OUTPUT</a:t>
            </a:r>
            <a:endParaRPr sz="18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4797325" y="1099025"/>
            <a:ext cx="3817500" cy="22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In exp 1 we created our profile using &lt;img&gt;, &lt;ul&gt;, &lt;ol&gt; tags and hyperlink</a:t>
            </a:r>
            <a:endParaRPr sz="18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17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06700"/>
            <a:ext cx="4071458" cy="428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263425" y="182200"/>
            <a:ext cx="8196600" cy="75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2</a:t>
            </a:r>
            <a:endParaRPr/>
          </a:p>
        </p:txBody>
      </p:sp>
      <p:sp>
        <p:nvSpPr>
          <p:cNvPr id="179" name="Google Shape;179;p26"/>
          <p:cNvSpPr txBox="1"/>
          <p:nvPr/>
        </p:nvSpPr>
        <p:spPr>
          <a:xfrm>
            <a:off x="263425" y="938200"/>
            <a:ext cx="8749800" cy="4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WE CREATED TABLE AND FORMS USING VARIOUS TAGS.</a:t>
            </a:r>
            <a:endParaRPr sz="1800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PROGRAM 9: CODE AND OUTPUT</a:t>
            </a:r>
            <a:endParaRPr sz="1800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0" name="Google Shape;18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500" y="1591275"/>
            <a:ext cx="4044950" cy="339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665775"/>
            <a:ext cx="4280449" cy="13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 txBox="1"/>
          <p:nvPr/>
        </p:nvSpPr>
        <p:spPr>
          <a:xfrm>
            <a:off x="4874275" y="3329200"/>
            <a:ext cx="2732400" cy="8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We created table using &lt;th&gt;, &lt;tr&gt; and &lt;td&gt; tags.</a:t>
            </a:r>
            <a:endParaRPr sz="18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/>
          <p:nvPr/>
        </p:nvSpPr>
        <p:spPr>
          <a:xfrm>
            <a:off x="423925" y="154700"/>
            <a:ext cx="39882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PROGRAM 10 </a:t>
            </a:r>
            <a:r>
              <a:rPr lang="en" sz="18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: OUTPUT AND CODE</a:t>
            </a:r>
            <a:endParaRPr sz="18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5289550" y="1567150"/>
            <a:ext cx="3432300" cy="22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We created form using &lt;form&gt; tag </a:t>
            </a:r>
            <a:endParaRPr sz="18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9" name="Google Shape;18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325" y="706700"/>
            <a:ext cx="5075175" cy="224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325" y="3386821"/>
            <a:ext cx="5075175" cy="89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/>
        </p:nvSpPr>
        <p:spPr>
          <a:xfrm>
            <a:off x="423925" y="154700"/>
            <a:ext cx="39882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PROGRAM 11 : OUTPUT AND CODE</a:t>
            </a:r>
            <a:endParaRPr sz="18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5289550" y="1567150"/>
            <a:ext cx="3432300" cy="18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We created form using &lt;form&gt; tag .</a:t>
            </a:r>
            <a:endParaRPr sz="18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We also used &lt;fieldset&gt; tag.</a:t>
            </a:r>
            <a:endParaRPr sz="18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7" name="Google Shape;19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06700"/>
            <a:ext cx="4480774" cy="261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150" y="3471575"/>
            <a:ext cx="8348451" cy="13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/>
        </p:nvSpPr>
        <p:spPr>
          <a:xfrm>
            <a:off x="423925" y="154700"/>
            <a:ext cx="39882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EXPERIMENT 2</a:t>
            </a:r>
            <a:r>
              <a:rPr lang="en" sz="18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: OUTPUT</a:t>
            </a:r>
            <a:endParaRPr sz="18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9"/>
          <p:cNvSpPr txBox="1"/>
          <p:nvPr/>
        </p:nvSpPr>
        <p:spPr>
          <a:xfrm>
            <a:off x="5379975" y="2571750"/>
            <a:ext cx="3432300" cy="22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In exp2,  we created a web page with hyperlinks to navigate from one page to another.</a:t>
            </a:r>
            <a:endParaRPr sz="18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5" name="Google Shape;20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06700"/>
            <a:ext cx="6500001" cy="15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275" y="2404400"/>
            <a:ext cx="2186800" cy="268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77776" y="2404400"/>
            <a:ext cx="2186800" cy="2361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/>
        </p:nvSpPr>
        <p:spPr>
          <a:xfrm>
            <a:off x="423925" y="154700"/>
            <a:ext cx="39882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EXPERIMENT 3: OUTPUT</a:t>
            </a:r>
            <a:endParaRPr sz="18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30"/>
          <p:cNvSpPr txBox="1"/>
          <p:nvPr/>
        </p:nvSpPr>
        <p:spPr>
          <a:xfrm>
            <a:off x="5791850" y="1808250"/>
            <a:ext cx="3060600" cy="22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In exp3,  we created a web page for registration form of Mumbai University with sample data including a image, form and table.</a:t>
            </a:r>
            <a:endParaRPr sz="18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4" name="Google Shape;21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06700"/>
            <a:ext cx="5534027" cy="4169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/>
        </p:nvSpPr>
        <p:spPr>
          <a:xfrm>
            <a:off x="423925" y="154700"/>
            <a:ext cx="39882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DAY 3</a:t>
            </a:r>
            <a:r>
              <a:rPr lang="en" sz="18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 - </a:t>
            </a:r>
            <a:r>
              <a:rPr lang="en" sz="18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EXPERIMENT 4: OUTPUT</a:t>
            </a:r>
            <a:endParaRPr sz="18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31"/>
          <p:cNvSpPr txBox="1"/>
          <p:nvPr/>
        </p:nvSpPr>
        <p:spPr>
          <a:xfrm>
            <a:off x="4355200" y="3409500"/>
            <a:ext cx="3737100" cy="15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In exp4,  we created a web page using HTML &amp; CSS including inline, internal and external styles. We also used hyperlink to navigate to different web page.</a:t>
            </a:r>
            <a:endParaRPr sz="18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1" name="Google Shape;2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06700"/>
            <a:ext cx="4050396" cy="428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5200" y="706700"/>
            <a:ext cx="3198601" cy="261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